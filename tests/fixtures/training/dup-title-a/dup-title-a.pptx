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Pump Maintenance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Edition A: mechanical seals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Mechanical Seals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Faces lapped flat</a:t>
            </a:r>
          </a:p>
          <a:p>
            <a:r>
              <a:t>Never run dry</a:t>
            </a:r>
          </a:p>
          <a:p>
            <a:r>
              <a:t>Replace as a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Seal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Dry running</a:t>
            </a:r>
          </a:p>
          <a:p>
            <a:r>
              <a:t>Contamination</a:t>
            </a:r>
          </a:p>
          <a:p>
            <a:r>
              <a:t>Thermal shock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 Maintenance Basics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