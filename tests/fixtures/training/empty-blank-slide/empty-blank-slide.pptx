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Torque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blank slide mid-deck and last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Wrenches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to value</a:t>
            </a:r>
          </a:p>
          <a:p>
            <a:r>
              <a:t>Return to minimum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Electronic Wrenches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 each fastener</a:t>
            </a:r>
          </a:p>
          <a:p>
            <a:r>
              <a:t>Angle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Empty Blank Slide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