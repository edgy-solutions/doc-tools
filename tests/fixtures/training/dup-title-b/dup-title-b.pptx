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Pump Maintenance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Edition B: bearings and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Bearing Lubrication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Grease quantity matters</a:t>
            </a:r>
          </a:p>
          <a:p>
            <a:r>
              <a:t>Over-greasing raises temperature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Shaft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Dial indicator method</a:t>
            </a:r>
          </a:p>
          <a:p>
            <a:r>
              <a:t>Laser alignment</a:t>
            </a:r>
          </a:p>
          <a:p>
            <a:r>
              <a:t>Soft foot check first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Alignment Tolerances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05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457200">
                <a:tc>
                  <a:txBody>
                    <a:bodyPr/>
                    <a:lstStyle/>
                    <a:p>
                      <a:r>
                        <a:t>Speed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Offset (mm)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3600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 Maintenance Basics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