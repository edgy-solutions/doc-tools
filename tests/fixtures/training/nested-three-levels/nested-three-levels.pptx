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Power Systems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Three-level section hierarchy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40"/>
              <a:t>1 Generation</a:t>
            </a:r>
          </a:p>
          <a:p>
            <a:r>
              <a:rPr sz="1440"/>
              <a:t>1.1 Generators</a:t>
            </a:r>
          </a:p>
          <a:p>
            <a:r>
              <a:rPr sz="1440"/>
              <a:t>1.1.1 Synchronous Machines</a:t>
            </a:r>
          </a:p>
          <a:p>
            <a:r>
              <a:rPr sz="1440"/>
              <a:t>1.1.2 Excitation</a:t>
            </a:r>
          </a:p>
          <a:p>
            <a:r>
              <a:rPr sz="1440"/>
              <a:t>1.2 Prime Movers</a:t>
            </a:r>
          </a:p>
          <a:p>
            <a:r>
              <a:rPr sz="1440"/>
              <a:t>2 Distribution</a:t>
            </a:r>
          </a:p>
          <a:p>
            <a:r>
              <a:rPr sz="1440"/>
              <a:t>2.1 Switchgear</a:t>
            </a:r>
          </a:p>
          <a:p>
            <a:r>
              <a:rPr sz="1440"/>
              <a:t>2.1.1 Circuit Breakers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Generation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Generators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1.1.1 Synchronous Machines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Rotor and Stator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Rotor carries the field winding</a:t>
            </a:r>
          </a:p>
          <a:p>
            <a:r>
              <a:t>Stator carries the armature winding</a:t>
            </a:r>
          </a:p>
          <a:p>
            <a:r>
              <a:t>Speed sets frequency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1.1.2 Excitation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Excitation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Static excitation uses a rectifier</a:t>
            </a:r>
          </a:p>
          <a:p>
            <a:r>
              <a:t>Brushless excitation uses a rotating diode bridge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Prime Movers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Turbine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Steam turbines</a:t>
            </a:r>
          </a:p>
          <a:p>
            <a:r>
              <a:t>Gas turbines</a:t>
            </a:r>
          </a:p>
          <a:p>
            <a:r>
              <a:t>Hydro turbines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Distribution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Switchgear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2.1.1 Circuit Breakers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Breaker Ratings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Rated voltage and current</a:t>
            </a:r>
          </a:p>
          <a:p>
            <a:r>
              <a:t>Short-circuit interrupting capacity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Nested Three Levels</dc:title>
  <dc:subject/>
  <dc:creator>doc-tools fixture</dc:creator>
  <cp:keywords/>
  <dc:description>generated using python-pptx</dc:description>
  <cp:lastModifiedBy>doc-tools fixture</cp:lastModifiedBy>
  <cp:revision>1</cp:revision>
  <dcterms:created xsi:type="dcterms:W3CDTF">2026-10-23T00:00:00Z</dcterms:created>
  <dcterms:modified xsi:type="dcterms:W3CDTF">2026-10-23T00:00:00Z</dcterms:modified>
  <cp:category/>
</cp:coreProperties>
</file>