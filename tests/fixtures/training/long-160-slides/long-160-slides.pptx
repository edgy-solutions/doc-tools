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Long Deck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160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Module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Module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(31)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(37)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(38)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(39)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Module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(43)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(44)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(46)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(47)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(49)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(51)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(52)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(54)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(56)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(57)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(58)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(59)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Module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(62)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(63)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(64)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(65)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(67)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(68)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(70)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(71)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(72)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(73)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(74)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(76)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(77)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(78)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(79)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(80)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 Module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(82)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(83)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(84)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(85)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(87)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(88)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(89)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(90)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(91)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(92)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(93)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(94)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(95)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(96)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(97)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(98)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(99)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(100)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Module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(108)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(109)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(113)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(118)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(119)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 Module 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(127)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(129)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(131)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(136)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(137)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(138)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(139)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Module 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(143)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(144)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(145)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(146)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(147)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Insulation Resistance Testing (148)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Megger test at 500 V or 1000 V</a:t>
            </a:r>
          </a:p>
          <a:p>
            <a:r>
              <a:t>Record temperature with the reading</a:t>
            </a:r>
          </a:p>
          <a:p>
            <a:r>
              <a:t>Discharge the circuit after the test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Fuel Quantity Probes (149)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Capacitance varies with fuel level</a:t>
            </a:r>
          </a:p>
          <a:p>
            <a:r>
              <a:t>Compensator corrects for density</a:t>
            </a:r>
          </a:p>
          <a:p>
            <a:r>
              <a:t>Wiring is intrinsically safe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Torque Wrench Use (150)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wrench in the middle of its range</a:t>
            </a:r>
          </a:p>
          <a:p>
            <a:r>
              <a:t>Never use as a breaker bar</a:t>
            </a:r>
          </a:p>
          <a:p>
            <a:r>
              <a:t>Store at the lowest setting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Three-Phase Power (151)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Phases are 120 degrees apart</a:t>
            </a:r>
          </a:p>
          <a:p>
            <a:r>
              <a:t>Line voltage is root three times phase voltage</a:t>
            </a:r>
          </a:p>
          <a:p>
            <a:r>
              <a:t>Balanced loads leave no neutral current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Confined Space Entry (152)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the atmosphere before entry</a:t>
            </a:r>
          </a:p>
          <a:p>
            <a:r>
              <a:t>Attendant remains outside at all times</a:t>
            </a:r>
          </a:p>
          <a:p>
            <a:r>
              <a:t>Rescue plan is in place before entry</a:t>
            </a:r>
          </a:p>
          <a:p>
            <a:r>
              <a:t>Permit expires at end of shift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Pitot-Static Systems (153)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Pitot measures total pressure</a:t>
            </a:r>
          </a:p>
          <a:p>
            <a:r>
              <a:t>Static ports measure ambient pressure</a:t>
            </a:r>
          </a:p>
          <a:p>
            <a:r>
              <a:t>Leak checks follow any disturbance of the lines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Relief Valve Setting (154)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below the weakest component rating</a:t>
            </a:r>
          </a:p>
          <a:p>
            <a:r>
              <a:t>Verify with a calibrated gauge</a:t>
            </a:r>
          </a:p>
          <a:p>
            <a:r>
              <a:t>Seal the adjustment after setting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Battery Maintenance (155)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electrolyte level on vented cells</a:t>
            </a:r>
          </a:p>
          <a:p>
            <a:r>
              <a:t>Keep terminals clean and torqued</a:t>
            </a:r>
          </a:p>
          <a:p>
            <a:r>
              <a:t>Never mix cell chemistries</a:t>
            </a:r>
          </a:p>
          <a:p>
            <a:r>
              <a:t>Ventilate during charging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Accumulators (156)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energy as pressurised gas against fluid</a:t>
            </a:r>
          </a:p>
          <a:p>
            <a:r>
              <a:t>Bladder, piston and diaphragm types</a:t>
            </a:r>
          </a:p>
          <a:p>
            <a:r>
              <a:t>Pre-charge is checked with the system depressurised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 Bar Protection (157)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Differential schemes compare current in and out</a:t>
            </a:r>
          </a:p>
          <a:p>
            <a:r>
              <a:t>Zone boundaries follow the CT locations</a:t>
            </a:r>
          </a:p>
          <a:p>
            <a:r>
              <a:t>Check CT polarity during commissioning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ARINC 429 Basics (158)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Unidirectional serial bus, one transmitter</a:t>
            </a:r>
          </a:p>
          <a:p>
            <a:r>
              <a:t>32-bit words with label, SDI, data, SSM, parity</a:t>
            </a:r>
          </a:p>
          <a:p>
            <a:r>
              <a:t>Low speed 12.5 kbit/s, high speed 100 kbit/s</a:t>
            </a:r>
          </a:p>
          <a:p>
            <a:r>
              <a:t>Up to 20 receivers per transmitter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Lockout and Tagout (159)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every energy source</a:t>
            </a:r>
          </a:p>
          <a:p>
            <a:r>
              <a:t>Apply personal locks and tags</a:t>
            </a:r>
          </a:p>
          <a:p>
            <a:r>
              <a:t>Verify zero energy before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Deck 160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