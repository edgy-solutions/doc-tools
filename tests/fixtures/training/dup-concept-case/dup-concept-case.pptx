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Hydraulic Pump Fundamentals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Same concepts, spelled several ways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Hydraulic Pump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Hydraulic Pump: gear, vane, piston</a:t>
            </a:r>
          </a:p>
          <a:p>
            <a:r>
              <a:t>hydraulic pump selection depends on pressure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HYDRAULIC PUMP SAFETY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HYDRAULIC PUMP casings can be hot</a:t>
            </a:r>
          </a:p>
          <a:p>
            <a:r>
              <a:t>Hydraulic-Pump inlets must not be starved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Pressure Relief Valve Role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Pressure Relief Valve protects the circuit</a:t>
            </a:r>
          </a:p>
          <a:p>
            <a:r>
              <a:t>pressure-relief valve cracking pressure is set below the maximum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Relief Valve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Pressure relief valve(s) are bench tested</a:t>
            </a:r>
          </a:p>
          <a:p>
            <a:r>
              <a:t>A Hydraulic Pump. feeds the relief valve under test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Hydraulic Pump</a:t>
            </a:r>
          </a:p>
          <a:p>
            <a:r>
              <a:t>Pressure Relief Valve</a:t>
            </a:r>
          </a:p>
          <a:p>
            <a:r>
              <a:t>hydraulic pump and pressure-relief valve work as a pair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Concept Spelling Variants</dc:title>
  <dc:subject/>
  <dc:creator>doc-tools fixture</dc:creator>
  <cp:keywords/>
  <dc:description>generated using python-pptx</dc:description>
  <cp:lastModifiedBy>doc-tools fixture</cp:lastModifiedBy>
  <cp:revision>1</cp:revision>
  <dcterms:created xsi:type="dcterms:W3CDTF">2026-10-23T00:00:00Z</dcterms:created>
  <dcterms:modified xsi:type="dcterms:W3CDTF">2026-10-23T00:00:00Z</dcterms:modified>
  <cp:category/>
</cp:coreProperties>
</file>