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Corrosion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Byte-identical copy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Corrosion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Galvanic</a:t>
            </a:r>
          </a:p>
          <a:p>
            <a:r>
              <a:t>Pitting</a:t>
            </a:r>
          </a:p>
          <a:p>
            <a:r>
              <a:t>Crevice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Primers and sealants</a:t>
            </a:r>
          </a:p>
          <a:p>
            <a:r>
              <a:t>Drain holes kept clear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Identical Bytes Course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