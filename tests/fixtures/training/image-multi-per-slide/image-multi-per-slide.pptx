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Connector Identification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Contact sheets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5486400" cy="30861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5760"/>
            <a:ext cx="5486400" cy="3086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4720"/>
            <a:ext cx="5486400" cy="3086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474720"/>
            <a:ext cx="5486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Match keying before mating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3657600" cy="2057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57200"/>
            <a:ext cx="3657600" cy="2057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45720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566160"/>
            <a:ext cx="3657600" cy="2057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3566160"/>
            <a:ext cx="3657600" cy="2057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3566160"/>
            <a:ext cx="3657600" cy="2057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Multi Per Slide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