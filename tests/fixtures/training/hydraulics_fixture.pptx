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Hydraulic Systems Fundamentals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Module 1: fixture deck for the training-workbench contract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Pascal's Law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Pressure applied to a confined fluid is transmitted equally in all directions</a:t>
            </a:r>
          </a:p>
          <a:p>
            <a:r>
              <a:t>Force equals pressure multiplied by piston area</a:t>
            </a:r>
          </a:p>
          <a:p>
            <a:r>
              <a:t>A small input piston can lift a large load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Hydraulic Pumps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Gear pumps are simple and tolerant of contamination</a:t>
            </a:r>
          </a:p>
          <a:p>
            <a:r>
              <a:t>Vane pumps run quietly at moderate pressure</a:t>
            </a:r>
          </a:p>
          <a:p>
            <a:r>
              <a:t>Piston pumps deliver the highest pressure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Reservoir Schematic</a:t>
            </a:r>
          </a:p>
        </p:txBody>
      </p:sp>
      <p:pic>
        <p:nvPicPr>
          <p:cNvPr id="3" name="Picture 2" descr="_schemat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828800"/>
            <a:ext cx="5486400" cy="2743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71600" y="5029200"/>
            <a:ext cx="5486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Figure 1: reservoir, filter and pump in series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