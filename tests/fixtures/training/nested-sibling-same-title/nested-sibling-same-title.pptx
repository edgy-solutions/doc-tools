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Avionics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Repeated child titles under different parents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40"/>
              <a:t>1 Communication Systems</a:t>
            </a:r>
          </a:p>
          <a:p>
            <a:r>
              <a:rPr sz="1440"/>
              <a:t>1.1 Summary</a:t>
            </a:r>
          </a:p>
          <a:p>
            <a:r>
              <a:rPr sz="1440"/>
              <a:t>1.2 Review Questions</a:t>
            </a:r>
          </a:p>
          <a:p>
            <a:r>
              <a:rPr sz="1440"/>
              <a:t>2 Navigation Systems</a:t>
            </a:r>
          </a:p>
          <a:p>
            <a:r>
              <a:rPr sz="1440"/>
              <a:t>2.1 Summary</a:t>
            </a:r>
          </a:p>
          <a:p>
            <a:r>
              <a:rPr sz="1440"/>
              <a:t>2.2 Review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Communication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VHF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118 to 137 MHz AM voice</a:t>
            </a:r>
          </a:p>
          <a:p>
            <a:r>
              <a:t>Line-of-sight range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VHF for line of sight</a:t>
            </a:r>
          </a:p>
          <a:p>
            <a:r>
              <a:t>HF for oceanic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Review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band does VHF use?</a:t>
            </a:r>
          </a:p>
          <a:p>
            <a:r>
              <a:t>Why is HF used over oceans?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Navigation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 and DME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VOR gives bearing</a:t>
            </a:r>
          </a:p>
          <a:p>
            <a:r>
              <a:t>DME gives slant range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VOR plus DME fixes position</a:t>
            </a:r>
          </a:p>
          <a:p>
            <a:r>
              <a:t>GNSS augments both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Review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DME measure?</a:t>
            </a:r>
          </a:p>
          <a:p>
            <a:r>
              <a:t>What is slant range?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 Sibling Same Title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