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Electrical Safety Programme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Contains sections with no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40"/>
              <a:t>1 Hazards</a:t>
            </a:r>
          </a:p>
          <a:p>
            <a:r>
              <a:rPr sz="1440"/>
              <a:t>1.1 Shock</a:t>
            </a:r>
          </a:p>
          <a:p>
            <a:r>
              <a:rPr sz="1440"/>
              <a:t>1.2 Arc Flash</a:t>
            </a:r>
          </a:p>
          <a:p>
            <a:r>
              <a:rPr sz="1440"/>
              <a:t>2 Controls</a:t>
            </a:r>
          </a:p>
          <a:p>
            <a:r>
              <a:rPr sz="1440"/>
              <a:t>2.1 PPE</a:t>
            </a:r>
          </a:p>
          <a:p>
            <a:r>
              <a:rPr sz="1440"/>
              <a:t>3 Appendix</a:t>
            </a:r>
          </a:p>
          <a:p>
            <a:r>
              <a:rPr sz="1440"/>
              <a:t>4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Hazards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Shock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Shock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through the body is what harms</a:t>
            </a:r>
          </a:p>
          <a:p>
            <a:r>
              <a:t>Path matters as much as magnitude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Arc Flash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Controls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PPE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Arc-Rated Clothing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Rated in cal/cm2</a:t>
            </a:r>
          </a:p>
          <a:p>
            <a:r>
              <a:t>Layering adds protection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 With Empty Sections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