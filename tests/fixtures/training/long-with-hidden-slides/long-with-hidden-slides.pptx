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 Deck With Hidden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150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Module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Module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Module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(52)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(57)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Module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(62)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(64)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(65)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(67)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(72)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(73)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(76)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(77)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(78)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Module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(82)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(87)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(88)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(89)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(90)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(92)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(93)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(96)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(97)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(98)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(99)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Module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(109)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Module 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Module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Deck With Hidden Slides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