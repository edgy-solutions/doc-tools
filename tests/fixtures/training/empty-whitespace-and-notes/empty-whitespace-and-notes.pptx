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only: explain the calibration chain from the working standard to the national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drift trend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Instrument 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Whitespace-only text and notes-only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/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	 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</a:t>
            </a:r>
          </a:p>
          <a:p>
            <a:r>
              <a:t> 	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by default</a:t>
            </a:r>
          </a:p>
          <a:p>
            <a:r>
              <a:t>Shorter after a drop or overload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Whitespace And Notes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