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Gearbox Inspection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Some slides have empty titles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Check the magnetic chip detector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  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Oil sample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Record all findings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Empty Titles</dc:title>
  <dc:subject/>
  <dc:creator>doc-tools fixture</dc:creator>
  <cp:keywords/>
  <dc:description>generated using python-pptx</dc:description>
  <cp:lastModifiedBy>doc-tools fixture</cp:lastModifiedBy>
  <cp:revision>1</cp:revision>
  <dcterms:created xsi:type="dcterms:W3CDTF">2026-10-23T00:00:00Z</dcterms:created>
  <dcterms:modified xsi:type="dcterms:W3CDTF">2026-10-23T00:00:00Z</dcterms:modified>
  <cp:category/>
</cp:coreProperties>
</file>