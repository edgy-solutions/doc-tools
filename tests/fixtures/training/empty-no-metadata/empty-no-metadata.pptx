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Rigging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 metadata.json accompanies this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Sling 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angles raise sling tension</a:t>
            </a:r>
          </a:p>
          <a:p>
            <a:r>
              <a:t>Never exceed the rated angle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tags and stitching</a:t>
            </a:r>
          </a:p>
          <a:p>
            <a:r>
              <a:t>Reject any damaged sling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Without Sidecar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