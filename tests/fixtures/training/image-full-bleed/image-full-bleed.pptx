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Hangar Safety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Full-bleed pictures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Exits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Assembly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 apron</a:t>
            </a:r>
          </a:p>
          <a:p>
            <a:r>
              <a:t>South apron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Full Bleed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