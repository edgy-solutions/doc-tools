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Pump Teardown Walkthrough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Slide 2 is a lone picture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37160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Inspection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Gear faces for scoring</a:t>
            </a:r>
          </a:p>
          <a:p>
            <a:r>
              <a:t>Bushings for wear</a:t>
            </a:r>
          </a:p>
          <a:p>
            <a:r>
              <a:t>Seals for hardening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Lubricate with system fluid</a:t>
            </a:r>
          </a:p>
          <a:p>
            <a:r>
              <a:t>Torque in a cross pattern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Leak test at working pressure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Only Slide</dc:title>
  <dc:subject/>
  <dc:creator>doc-tools fixture</dc:creator>
  <cp:keywords/>
  <dc:description>generated using python-pptx</dc:description>
  <cp:lastModifiedBy>doc-tools fixture</cp:lastModifiedBy>
  <cp:revision>1</cp:revision>
  <dcterms:created xsi:type="dcterms:W3CDTF">2026-10-23T00:00:00Z</dcterms:created>
  <dcterms:modified xsi:type="dcterms:W3CDTF">2026-10-23T00:00:00Z</dcterms:modified>
  <cp:category/>
</cp:coreProperties>
</file>