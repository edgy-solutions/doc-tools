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Aircraft Hydraulic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Four-level section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40"/>
              <a:t>1 Hydraulic Systems</a:t>
            </a:r>
          </a:p>
          <a:p>
            <a:r>
              <a:rPr sz="1440"/>
              <a:t>1.1 Power Generation</a:t>
            </a:r>
          </a:p>
          <a:p>
            <a:r>
              <a:rPr sz="1440"/>
              <a:t>1.1.1 Pumps</a:t>
            </a:r>
          </a:p>
          <a:p>
            <a:r>
              <a:rPr sz="1440"/>
              <a:t>1.1.1.1 Engine-Driven Pumps</a:t>
            </a:r>
          </a:p>
          <a:p>
            <a:r>
              <a:rPr sz="1440"/>
              <a:t>1.1.1.2 Electric Pumps</a:t>
            </a:r>
          </a:p>
          <a:p>
            <a:r>
              <a:rPr sz="1440"/>
              <a:t>1.1.2 Reservoirs</a:t>
            </a:r>
          </a:p>
          <a:p>
            <a:r>
              <a:rPr sz="1440"/>
              <a:t>1.2 Distribution</a:t>
            </a:r>
          </a:p>
          <a:p>
            <a:r>
              <a:rPr sz="1440"/>
              <a:t>1.2.1 Valves</a:t>
            </a:r>
          </a:p>
          <a:p>
            <a:r>
              <a:rPr sz="1440"/>
              <a:t>1.2.1.1 Selector Valves</a:t>
            </a:r>
          </a:p>
          <a:p>
            <a:r>
              <a:rPr sz="1440"/>
              <a:t>2 Maintenance</a:t>
            </a:r>
          </a:p>
          <a:p>
            <a:r>
              <a:rPr sz="1440"/>
              <a:t>2.1 Servicing</a:t>
            </a:r>
          </a:p>
          <a:p>
            <a:r>
              <a:rPr sz="1440"/>
              <a:t>2.1.1 Fluid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Hydraulic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Power Generation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1.1.1 Pumps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1.1.1.1 Engine-Driven Pumps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 displacement piston pump</a:t>
            </a:r>
          </a:p>
          <a:p>
            <a:r>
              <a:t>Driven from the accessory gearbox</a:t>
            </a:r>
          </a:p>
          <a:p>
            <a:r>
              <a:t>Case drain returns to reservoir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1.1.1.2 Electric Pumps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 Motor Pumps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when engines are shut down</a:t>
            </a:r>
          </a:p>
          <a:p>
            <a:r>
              <a:t>Duty-cycle limited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1.1.2 Reservoirs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Reservoir Pressurisation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Bleed-air pressurised</a:t>
            </a:r>
          </a:p>
          <a:p>
            <a:r>
              <a:t>Prevents pump cavitation at altitude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1.2.1 Valves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1.2.1.1 Selector Valves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 Valve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Spool type</a:t>
            </a:r>
          </a:p>
          <a:p>
            <a:r>
              <a:t>Rotary type</a:t>
            </a:r>
          </a:p>
          <a:p>
            <a:r>
              <a:t>Solenoid operated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Maintenance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Servicing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 Fluid Handling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Skydrol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Wear eye protection and nitrile gloves</a:t>
            </a:r>
          </a:p>
          <a:p>
            <a:r>
              <a:t>Keep away from paint and rubber seals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Four Levels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